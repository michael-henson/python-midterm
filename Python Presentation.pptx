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enson" userId="dd08644741f063a3" providerId="LiveId" clId="{74CCFDD9-4367-418A-889F-5D2147C21910}"/>
    <pc:docChg chg="addSld">
      <pc:chgData name="Michael Henson" userId="dd08644741f063a3" providerId="LiveId" clId="{74CCFDD9-4367-418A-889F-5D2147C21910}" dt="2026-02-17T16:30:09.939" v="0" actId="680"/>
      <pc:docMkLst>
        <pc:docMk/>
      </pc:docMkLst>
      <pc:sldChg chg="new">
        <pc:chgData name="Michael Henson" userId="dd08644741f063a3" providerId="LiveId" clId="{74CCFDD9-4367-418A-889F-5D2147C21910}" dt="2026-02-17T16:30:09.939" v="0" actId="680"/>
        <pc:sldMkLst>
          <pc:docMk/>
          <pc:sldMk cId="896374096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70305-053A-4C25-A22D-C52F5C2E2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39073-5C82-4968-A7EF-1B7DC6A09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DEC1B-FB7C-4E44-9151-7730031CA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A1173-13B5-4FA2-A5CD-6E7049F1DF5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5E4A3-1D28-42E9-99CC-4B507C934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BCCD0-6499-4E77-8C58-3AED32D5D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72FC-53F3-4EB0-B20C-D7060C1B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31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9E430-0110-41EB-BC9C-D4BF2F54F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0D2B2-1988-49CF-94F2-9FB9B0763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6EBCA-392C-46CB-AB16-BC6A23317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A1173-13B5-4FA2-A5CD-6E7049F1DF5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DA3D8-487B-4FDF-B07B-02246F90F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E752D-D882-41EA-B67C-4DF9CEF80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72FC-53F3-4EB0-B20C-D7060C1B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644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98026-9499-4A0E-A79D-E91B278D0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7EDE5-059B-4616-9A1F-19606D26F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79111-D82B-4C91-9112-71161B100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A1173-13B5-4FA2-A5CD-6E7049F1DF5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3A510-92B2-4DC9-96C0-E2D690C5E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28472-75BE-468C-8705-B0B6E88EF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72FC-53F3-4EB0-B20C-D7060C1B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900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AD6EC-EE71-405C-BDAD-8492CE038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D4B76-B548-4A45-9E92-EE8B2AB8FE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950C01-C893-424E-B3FF-81C0355AA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A7017-69E5-446B-BB2E-87DF59B36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A1173-13B5-4FA2-A5CD-6E7049F1DF5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FAB5D-1EDC-4468-A339-20A8A82D3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07CCD-E128-4136-9B92-5610FD8D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72FC-53F3-4EB0-B20C-D7060C1B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9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B3AA6-B967-4375-9918-156F1C4E6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1949E-B5F6-4BCC-A12F-664F2CFFF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0A1B1F-ADFF-4A70-93DF-476F3C78D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F17215-5A58-4E55-A861-3E72500E6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36C39B-C03A-4AFB-A448-D2D6B26681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3CCF7F-4909-4AFB-9706-0C07F483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A1173-13B5-4FA2-A5CD-6E7049F1DF5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7B4F68-0621-4F31-B34A-C982D1243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8C4079-A1ED-41E6-98FA-F2EABDC08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72FC-53F3-4EB0-B20C-D7060C1B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344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E4677-DF15-433D-B192-B222D990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0CB162-F7C1-42E3-915B-2DCFBBCC2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A1173-13B5-4FA2-A5CD-6E7049F1DF5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FDBD2D-D134-4120-B932-9453D09B5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8DB686-0DA6-463D-BE49-1CD2C8B52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72FC-53F3-4EB0-B20C-D7060C1B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294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DECE34-E1A2-4799-A3F0-FBCB1DA08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A1173-13B5-4FA2-A5CD-6E7049F1DF5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0A2347-4760-4A76-BF35-EDD0A295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F229A-3722-432A-8B97-05E788C92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72FC-53F3-4EB0-B20C-D7060C1B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07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133EA-E05F-44E3-ACFA-AE777CCC8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6D22D-FA44-4BCD-8119-B1BF5055A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91A5FE-6ECE-4170-9097-17D612B23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C5E65-1E22-4F83-A386-F9855043B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A1173-13B5-4FA2-A5CD-6E7049F1DF5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02ACE-93AA-436A-A690-0CCA7E88E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5BDD9-5CB7-4714-BA2D-102FA7F4D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72FC-53F3-4EB0-B20C-D7060C1B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54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68AAB-FC44-4A10-9ABE-D2E5188D4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E80DE9-261B-4F61-80EB-851119309E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F2D65B-3425-418E-8162-0E78FBBED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3B23D-BDA7-4E9A-A55A-F3DD0372D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A1173-13B5-4FA2-A5CD-6E7049F1DF5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235752-AFBD-4308-A3E7-DA4C00B50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D3051D-596B-45DF-9554-EC68FE307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72FC-53F3-4EB0-B20C-D7060C1B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002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5F030-B9CB-44F4-922C-5A0055386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C52C01-7924-4A49-BB5A-9812F459E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35C5C-2C01-4B64-AA69-1DE4C28E5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A1173-13B5-4FA2-A5CD-6E7049F1DF5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4531E-2878-40D9-9E12-5ED239382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F7589-848B-4D3A-A8AF-FF6CC54A5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72FC-53F3-4EB0-B20C-D7060C1B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0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7AEF6B-2841-4F09-AC72-CC07A9BA02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DE2671-368F-4EBC-A113-188E4C211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57E41-B96C-416A-B390-67B68917A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A1173-13B5-4FA2-A5CD-6E7049F1DF5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DC7EF-53E1-4535-8628-F8266A01B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F14B1-0F97-4660-836F-8380A65F1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72FC-53F3-4EB0-B20C-D7060C1B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293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6DFB35-97B3-4F77-A6FC-B1A837CA4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92DDF-989F-4F38-B73E-10AC2FBF6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9EFFE-3D15-476A-B46D-F9C2C8BAC3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4A1173-13B5-4FA2-A5CD-6E7049F1DF5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1951A-C697-4392-B954-F817581D9E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A9335-4E1D-4248-BD28-3BCC1F9BFB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7072FC-53F3-4EB0-B20C-D7060C1B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93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44401-EA57-4310-BD2A-235DA17BCA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0A85FB-21CF-4837-9204-6E7E6529FE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374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Henson</dc:creator>
  <cp:lastModifiedBy>Michael Henson</cp:lastModifiedBy>
  <cp:revision>1</cp:revision>
  <dcterms:created xsi:type="dcterms:W3CDTF">2026-02-17T16:29:23Z</dcterms:created>
  <dcterms:modified xsi:type="dcterms:W3CDTF">2026-02-17T16:30:18Z</dcterms:modified>
</cp:coreProperties>
</file>